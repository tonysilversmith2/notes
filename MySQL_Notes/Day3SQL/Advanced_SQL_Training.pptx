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Masterclass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4572000" cy="0"/>
          </a:xfrm>
          <a:prstGeom prst="line">
            <a:avLst/>
          </a:prstGeom>
          <a:noFill/>
          <a:ln w="381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SQL Joins: INNER · LEFT · RIGHT · FULL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Subqueries &amp; Nested 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Transactions &amp; Concurrency · ACID Properties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Transaction Control: COMMIT · ROLLBACK · SAVEPOINT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DB Administration · Backups · Roles &amp; Permissions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Hour Corporate Training Session  |  For Fresh CS / IT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Session Agenda &amp; Timeline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389888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89888"/>
            <a:ext cx="64008" cy="7680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1645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SQL Joins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928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FULL OUTER + HoL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67712"/>
            <a:ext cx="64008" cy="7680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0:45–1:30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5237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Subqueries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7706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Correlated, Nested, EXISTS + HoL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145536"/>
            <a:ext cx="4160520" cy="768096"/>
          </a:xfrm>
          <a:prstGeom prst="rect">
            <a:avLst/>
          </a:prstGeom>
          <a:solidFill>
            <a:srgbClr val="ECEFF1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45536"/>
            <a:ext cx="64008" cy="76809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3401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Break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648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&amp; Q&amp;A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23360"/>
            <a:ext cx="64008" cy="76809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2:00–3:00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42793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Transactions &amp; ACID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45262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Concurrency, Isolation Levels + HoL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389888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89888"/>
            <a:ext cx="64008" cy="7680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3:00–3:45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1645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Transaction Control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189280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ROLLBACK, SAVEPOINT + HoL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67712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267712"/>
            <a:ext cx="64008" cy="7680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322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3:45–4:30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25237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DB Administration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27706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Users, Roles &amp; Permissions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145536"/>
            <a:ext cx="4160520" cy="768096"/>
          </a:xfrm>
          <a:prstGeom prst="rect">
            <a:avLst/>
          </a:prstGeom>
          <a:solidFill>
            <a:srgbClr val="E3F2FD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145536"/>
            <a:ext cx="64008" cy="7680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19472" y="3401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Exercise &amp; Q&amp;A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3648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real-world scenario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SAMPLE DATA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Training Database: E-Commerce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exercises in this session use these 5 tables. Run this script to set up your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5120640" cy="321868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55648"/>
            <a:ext cx="490118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&amp; Populate Training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PRIMARY KEY, name VARCHAR(100),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 VARCHAR(50), email VARCHAR(100), joined_date 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 INT PRIMARY KEY, name VARCHAR(100),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 VARCHAR(50), price DECIMAL(10,2), stock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PRIMARY KEY, customer_id INT,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 DATE, status VARCHAR(20), total DECIMAL(10,2)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order_items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item_id INT PRIMARY KEY, order_id INT,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product_id INT, qty INT, unit_price DECIMAL(10,2)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INT PRIMARY KEY, name VARCHAR(100),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 VARCHAR(50), manager_id INT, salary DECIMAL(10,2)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1664208"/>
            <a:ext cx="32004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938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— buyers info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304288"/>
            <a:ext cx="32004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23591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 — items for sale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944368"/>
            <a:ext cx="32004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32186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 — placed 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584448"/>
            <a:ext cx="32004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6393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order_items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 — line items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4224528"/>
            <a:ext cx="320040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42793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employees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4498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 — staff tree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Rows from Multiple Tables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INNER JOIN — matching rows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LEFT JOIN — all left + matching right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RIGHT JOIN — all right + matching left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FULL OUTER JOIN — all rows from both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Self Join &amp; Cross Join concepts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JOINS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Join Types — Visual Reference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89888"/>
            <a:ext cx="4160520" cy="1627632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792224"/>
            <a:ext cx="1005840" cy="822960"/>
          </a:xfrm>
          <a:prstGeom prst="ellipse">
            <a:avLst/>
          </a:prstGeom>
          <a:solidFill>
            <a:srgbClr val="1565C0">
              <a:alpha val="4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92224"/>
            <a:ext cx="1005840" cy="822960"/>
          </a:xfrm>
          <a:prstGeom prst="ellipse">
            <a:avLst/>
          </a:prstGeom>
          <a:solidFill>
            <a:srgbClr val="1565C0">
              <a:alpha val="4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03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17904" y="2103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4832" y="1463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84832" y="18105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keys in BOTH tables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89888"/>
            <a:ext cx="4160520" cy="162763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91456" y="1792224"/>
            <a:ext cx="1005840" cy="822960"/>
          </a:xfrm>
          <a:prstGeom prst="ellipse">
            <a:avLst/>
          </a:prstGeom>
          <a:solidFill>
            <a:srgbClr val="2E7D32">
              <a:alpha val="40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792224"/>
            <a:ext cx="1005840" cy="822960"/>
          </a:xfrm>
          <a:prstGeom prst="ellipse">
            <a:avLst/>
          </a:prstGeom>
          <a:solidFill>
            <a:srgbClr val="2E7D32">
              <a:alpha val="40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103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88736" y="21031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1463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181051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matched rows from RIGHT (NULLs if no match)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182112"/>
            <a:ext cx="4160520" cy="1627632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" y="3584448"/>
            <a:ext cx="1005840" cy="822960"/>
          </a:xfrm>
          <a:prstGeom prst="ellipse">
            <a:avLst/>
          </a:prstGeom>
          <a:solidFill>
            <a:srgbClr val="E65100">
              <a:alpha val="40000"/>
            </a:srgbClr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84448"/>
            <a:ext cx="1005840" cy="822960"/>
          </a:xfrm>
          <a:prstGeom prst="ellipse">
            <a:avLst/>
          </a:prstGeom>
          <a:solidFill>
            <a:srgbClr val="E65100">
              <a:alpha val="40000"/>
            </a:srgbClr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8953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17904" y="38953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32552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84832" y="360273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matched rows from LEFT (NULLs if no match)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3182112"/>
            <a:ext cx="4160520" cy="1627632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91456" y="3584448"/>
            <a:ext cx="1005840" cy="822960"/>
          </a:xfrm>
          <a:prstGeom prst="ellipse">
            <a:avLst/>
          </a:prstGeom>
          <a:solidFill>
            <a:srgbClr val="B71C1C">
              <a:alpha val="40000"/>
            </a:srgbClr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5232" y="3584448"/>
            <a:ext cx="1005840" cy="822960"/>
          </a:xfrm>
          <a:prstGeom prst="ellipse">
            <a:avLst/>
          </a:prstGeom>
          <a:solidFill>
            <a:srgbClr val="B71C1C">
              <a:alpha val="40000"/>
            </a:srgbClr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38953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88736" y="38953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55664" y="32552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55664" y="3602736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where no match on either side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INNER JOIN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— Real-Life: Customer Orders Report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customers have placed orders, and what are their order details?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029200" cy="2267712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8097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INNER JOIN: Returns only rows where customer_id matches in BOTH tables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         AS customer_name,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 ON c.customer_id = o.customer_id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o.order_date DESC;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Result Preview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029968"/>
          <a:ext cx="3291840" cy="146304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0233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Concept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eliminates rows with no match. Customers who never ordered (like David, Eve) will NOT appear in results.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 Exercise 1: Extend this query to also show the product names from order_items + products tables.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LEFT JOIN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— Real-Life: Find Customers Who Never Ordered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customers have NOT placed any orders yet? (Critical for marketing/CRM teams)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029200" cy="278892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8097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JOIN: ALL customers, matched orders or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c.customer_id;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★ Find customers who NEVER ordered (NULL trick)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c.name, c.city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o.order_id IS NULL;   -- No matching order = inactive customer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Result (with NULLs visible)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029968"/>
          <a:ext cx="329184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7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45537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Concept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o.order_id IS NULL pattern is the classic LEFT JOIN trick to find 'orphan' records — extremely common in business reports.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RIGHT &amp; FULL JOIN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&amp; FULL OUTER JOIN — Products &amp; Orders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074920" cy="251460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8554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RIGHT JOIN: All orders, even if no matching customer exists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o.total, c.name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orders o ON c.customer_id = o.customer_id;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FULL OUTER JOIN: All customers + all orders (MySQL uses UNION)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o.order_id, o.total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o.order_id, o.total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orders o ON c.customer_id = o.customer_id;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77840" y="1389888"/>
            <a:ext cx="3291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389888"/>
            <a:ext cx="54864" cy="1143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42432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Use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42432" y="1773936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orders, including any with orphan/invalid customer IDs (data integrity check).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651760"/>
            <a:ext cx="3291840" cy="12527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651760"/>
            <a:ext cx="54864" cy="1252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2743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Use 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42432" y="3035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report: show every customer AND every order — see who is unmatched on either side.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 Exercise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434840"/>
            <a:ext cx="8193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all products and any orders that include them.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Show products with NO orders too (unsold inventory).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p.name AS product, oi.order_id, oi.qty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order_items oi ON p.product_id = oi.product_id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p.name;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★ Add WHERE oi.order_id IS NULL to find unsold products!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MULTI-TABLE JOIN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Multiple JOINs — Sales Invoice Report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Generate a detailed sales invoice — customer → order → items → product names + prices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212080" cy="269748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926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-- 4-Table JOIN: Full sales invoice detail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c.name           AS customer_name,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c.city,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o.order_id,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o.order_date,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o.status,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p.name           AS product_name,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p.category,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oi.qty,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oi.unit_price,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(oi.qty * oi.unit_price) AS line_total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customers   c  ON o.customer_id  = c.customer_id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order_items oi ON o.order_id     = oi.order_id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products    p  ON oi.product_id  = p.product_id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o.order_date, o.order_id, p.name;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Pro Tips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029968"/>
            <a:ext cx="320040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20848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aliases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79008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o, oi, p — essential when tables share column names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2779776"/>
            <a:ext cx="320040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9008" y="2834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order matters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79008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'center' table (orders) for clarity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3529584"/>
            <a:ext cx="320040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35844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row count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79008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items per order → multiple rows per order_id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4279392"/>
            <a:ext cx="320040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43342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EXPLAIN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79008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EXPLAIN SELECT... to see how DB engine executes the join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354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JOIN Performance Tip: Always JOIN on indexed columns (primary/foreign keys). Avoid functions in ON clause.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&amp; Nested Queries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Within Queries — Unlocking Analytical Power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Scalar Subquery — returns single value (used in SELECT/WHERE)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Row Subquery — returns one row with multiple columns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Table Subquery — returns multiple rows (used in FROM clause as derived table)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Correlated Subquery — references outer query; runs once per outer row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EXISTS / NOT EXISTS — efficient existence check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SUBQUERIES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Subquery — Products Above Average Price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Marketing team wants a list of premium products priced above the category average.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07492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85546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Scalar Subquery in WHERE clause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Question: Which products cost more than the overall average price?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product_id, name, category, price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(SELECT AVG(price) FROM products);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★ Per-category average (correlated approach):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p1.name, p1.category, p1.price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 p1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p1.price &gt; 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AVG(p2.price)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products p2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p2.category = p1.category   -- ← Correlated: references outer p1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029968"/>
            <a:ext cx="3291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029968"/>
            <a:ext cx="6400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377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1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SELECT, WHERE, HAVING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971800"/>
            <a:ext cx="3291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971800"/>
            <a:ext cx="64008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33192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outer query alias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for EACH outer row (slow on large tables)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3913632"/>
            <a:ext cx="3291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913632"/>
            <a:ext cx="6400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968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42611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TRUE/FALSE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for existence checks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 Exercise 3: Find all customers whose total spend exceeds the average order value across ALL orders.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EXISTS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&amp; NOT EXISTS — Powerful Filtering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02920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809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EXISTS: Customers who have AT LEAST ONE order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c.name, c.city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 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o.customer_id = c.customer_id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EXISTS: Customers who have NEVER ordered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c.name, c.city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1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orders 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o.customer_id = c.customer_id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EXISTS vs LEFT JOIN IS NULL → Both work, EXISTS often faster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557784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 Exercise 4 — Answer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719072"/>
            <a:ext cx="3337560" cy="214884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810512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with total spend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above average order value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SUM(o.total) AS total_spent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c.customer_id = o.customer_id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c.name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SUM(o.total) &gt;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AVG(total) FROM orders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577840" y="3950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 Note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42062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stops as soon as it finds ONE match. For large datasets this is significantly faster than COUNT(*) &gt; 0 or IN (subquery).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407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EXISTS — Key Difference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IN: evaluates full subquery, then filters.  NULL in subquery → no rows returned!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EXISTS: correlated, short-circuits.  NULLs handled safely.  Prefer EXISTS when subquery can return NULLs.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Concurrency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 &amp; How Databases Stay Safe Under Load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Scenario: Bank Transfer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transfer ₹10,000 from Account A to Account B: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Deduct ₹10,000 from Account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Add ₹10,000 to Account B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 if the server crashes between Step 1 and Step 2?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This is EXACTLY why Transactions and ACID exist!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ACID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Properties — The Four Pillars of Reliability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89888"/>
            <a:ext cx="416052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" y="1700784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007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16152" y="148132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" y="237744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All-or-nothing. Either ALL operations in a transaction succeed, or NONE apply.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16152" y="186537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Bank transfer: if Step 2 fails, Step 1 is automatically rolled back. No money is lost.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389888"/>
            <a:ext cx="416052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91456" y="1700784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7007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86984" y="148132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91456" y="237744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moves from one valid state to another. All rules, constraints, and triggers are enforced.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86984" y="1865376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Account balance cannot go negative if a CHECK constraint prevents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82112"/>
            <a:ext cx="416052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" y="3493008"/>
            <a:ext cx="658368" cy="6583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493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16152" y="327355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" y="416966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don't see each other's intermediate state. Each transaction runs as if alone.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16152" y="3657600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Two users booking the last seat: isolation ensures only one succeeds.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26864" y="3182112"/>
            <a:ext cx="4160520" cy="1627632"/>
          </a:xfrm>
          <a:prstGeom prst="rect">
            <a:avLst/>
          </a:prstGeom>
          <a:solidFill>
            <a:srgbClr val="FFFFFF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493008"/>
            <a:ext cx="658368" cy="65836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4930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86984" y="3273552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91456" y="416966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data is permanent — even if server crashes immediately after COMMIT.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86984" y="3657600"/>
            <a:ext cx="3072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Write-Ahead Logging (WAL) ensures committed data survives power failures.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CONCURRENCY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Problems &amp; Isolation Levels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5029200" cy="713232"/>
          </a:xfrm>
          <a:prstGeom prst="rect">
            <a:avLst/>
          </a:prstGeom>
          <a:solidFill>
            <a:srgbClr val="FAFAFA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89888"/>
            <a:ext cx="6400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 reads data modified by Transaction B — before B commits. If B rolls back, A read garbage.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5029200" cy="713232"/>
          </a:xfrm>
          <a:prstGeom prst="rect">
            <a:avLst/>
          </a:prstGeom>
          <a:solidFill>
            <a:srgbClr val="FAFAFA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12848"/>
            <a:ext cx="6400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Non-Repeatable Read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 reads same row twice; Transaction B commits a change between those reads. A gets different values.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20040" y="3035808"/>
            <a:ext cx="5029200" cy="713232"/>
          </a:xfrm>
          <a:prstGeom prst="rect">
            <a:avLst/>
          </a:prstGeom>
          <a:solidFill>
            <a:srgbClr val="FAFAFA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35808"/>
            <a:ext cx="64008" cy="71323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 runs same query twice; Transaction B inserts/deletes rows between reads. A sees different row count.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5029200" cy="713232"/>
          </a:xfrm>
          <a:prstGeom prst="rect">
            <a:avLst/>
          </a:prstGeom>
          <a:solidFill>
            <a:srgbClr val="FAFAFA"/>
          </a:solidFill>
          <a:ln w="19050">
            <a:solidFill>
              <a:srgbClr val="546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58768"/>
            <a:ext cx="64008" cy="71323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Update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transactions read then write same row. Second write overwrites first without seeing its change.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86400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Levels (ANSI Standard)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719072"/>
            <a:ext cx="3429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14416" y="1773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UNCOMMITTED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14416" y="2048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0" y="2468880"/>
            <a:ext cx="3429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COMMITTED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14416" y="2798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Dirty Read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3218688"/>
            <a:ext cx="3429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REPEATABLE READ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14416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Dirty + Non-Repeatable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3968496"/>
            <a:ext cx="342900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14416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SERIALIZABLE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14416" y="4297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ALL (slowest)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663440"/>
            <a:ext cx="8549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754880"/>
            <a:ext cx="8330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Set isolation level in MySQL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TRANSACTION ISOLATION LEVEL REPEATABLE READ;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Default in MySQL InnoDB = REPEATABLE READ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Default in PostgreSQL  = READ COMMITTED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0A"/>
          </a:solidFill>
          <a:ln w="12700">
            <a:solidFill>
              <a:srgbClr val="0A1F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· ROLLBACK · SAVEPOINT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 TRANSACTION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Begin a transaction block (autocommit is disabled)
</a:t>
            </a:r>
            <a:pPr indent="0" marL="0">
              <a:buNone/>
            </a:pPr>
            <a:r>
              <a:rPr lang="en-US" sz="125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          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Permanently save all changes in this transaction
</a:t>
            </a:r>
            <a:pPr indent="0" marL="0">
              <a:buNone/>
            </a:pPr>
            <a:r>
              <a:rPr lang="en-US" sz="12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        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Undo ALL changes since last COMMIT
</a:t>
            </a:r>
            <a:pPr indent="0" marL="0">
              <a:buNone/>
            </a:pPr>
            <a:r>
              <a:rPr lang="en-US" sz="1250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SAVEPOINT sp_name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 a named restore point within a transaction
</a:t>
            </a:r>
            <a:pPr indent="0" marL="0">
              <a:buNone/>
            </a:pPr>
            <a:r>
              <a:rPr lang="en-US" sz="1250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 TO sp_name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Rollback only to the savepoint (keep rest of transaction)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COMMIT &amp; ROLLBACK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ROLLBACK — Bank Transfer Hands-On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07492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85546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★ HoL: Safe Bank Transfer using Transaction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Accounts table: acc_id, holder, balance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1: Deduct from sender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- 10000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acc_id = 101;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2: Add to receiver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accounts SET balance = balance + 10000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acc_id = 202;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Verify no account goes negative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acc_id, balance FROM accounts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acc_id IN (101, 202);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If everything looks correct: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If something went wrong (e.g., receiver acc invalid):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ROLLBACK;  ← uncomment to undo BOTH updates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23560" y="1389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 Diagram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1737360"/>
            <a:ext cx="32461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373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2212848"/>
            <a:ext cx="0" cy="219456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450592"/>
            <a:ext cx="32461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450592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SQL Statements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2926080"/>
            <a:ext cx="0" cy="219456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3163824"/>
            <a:ext cx="324612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31638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Business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639312"/>
            <a:ext cx="0" cy="219456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3877056"/>
            <a:ext cx="324612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87705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/  ROLLBACK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4617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autocommit = 1 by default in MySQL!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standalone statement auto-commits. Use START TRANSACTION to group multiple statements.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709160"/>
            <a:ext cx="507492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7365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Error Handling Pattern: Use IF @@ERROR &gt; 0 (SQL Server) or GET DIAGNOSTICS (MySQL) to auto-ROLLBACK on failure.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SAVEPOINT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— Granular Rollback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E-commerce order processing — rollback to a mid-point if a later step fails, without losing all work.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029200" cy="321868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8097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1: Create the order header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orders (order_id, customer_id, order_date, status, total)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 (9001, 3, CURDATE(), 'processing', 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SAVEPOINT after_order_header;  -- ★ SAVEPOINT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2: Insert first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order_items VALUES (5001, 9001, 2, 3, 899.00);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SAVEPOINT after_item1;         -- ★ SAVEPOINT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3: Insert second item (wrong product_id, violates FK)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order_items VALUES (5002, 9001, 999, 1, 50.00);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↑ This FAILS (product_id 999 doesn't exist)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ROLLBACK TO after_item1;  -- Undo only Step 3, keep Steps 1 &amp;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Step 4: Correct item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order_items VALUES (5002, 9001, 4, 1, 50.00);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Update order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orders SET total = 2747.00 WHERE order_id = 9001;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-- Save all valid work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778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Timeline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96128" y="208483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2286000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06654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2432304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6712" y="2633472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241401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order header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96128" y="277977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2980944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76148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after_order_header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96128" y="3127248"/>
            <a:ext cx="201168" cy="2011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96712" y="3328416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310896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item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96128" y="3474720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96712" y="3675888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0448" y="345643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after_item1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3822192"/>
            <a:ext cx="201168" cy="20116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96712" y="4023360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380390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item 2 (FAILS)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96128" y="4169664"/>
            <a:ext cx="201168" cy="20116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96712" y="4370832"/>
            <a:ext cx="0" cy="14630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415137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after_item1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96128" y="451713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44988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HoL: Practice SAVEPOINT by simulating a failed payment update — rollback only the payment, keep the order.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F"/>
          </a:solidFill>
          <a:ln w="12700">
            <a:solidFill>
              <a:srgbClr val="0A0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731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Backups · User Roles · Permissions &amp; Security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Why DBA Skills Matter for Developers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Types of Backups: Full, Incremental, Differential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mysqldump &amp; MySQL Workbench Backup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Creating Users &amp; Granting Privileges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Roles: Grouping permissions (MySQL 8+)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 Row-Level Security &amp; View-Based Security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 REVOKE &amp; Security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BACKUPS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Backups — Types &amp; Commands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54864" cy="9875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813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7739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snapshot of entire database. Slowest, but simplest restore.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38988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389888"/>
            <a:ext cx="54864" cy="987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4813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5464" y="177393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changes since last backup. Fastest to take, complex restore chain.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87168"/>
            <a:ext cx="54864" cy="9875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578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28712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last FULL backup. Faster restore than incremental.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248716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2487168"/>
            <a:ext cx="54864" cy="9875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2578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(Dump)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5464" y="28712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 that recreate DB. mysqldump — portable, human-readable.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630168"/>
            <a:ext cx="850392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721608"/>
            <a:ext cx="8284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mysqldump: Full Logical Backup ──────────────────────────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single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training_db &gt; training_db_backup.sql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with structure only (no 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--no-data training_db &gt; schema_only.sql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Backup ALL databases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--all-databases &gt; all_dbs.sql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 from backup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training_db &lt; training_db_backup.sql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Automated daily backup (Linux cron — runs at 2AM every day)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2 * * * /usr/bin/mysqldump -u root -pPASS training_db &gt; /backups/db_$(date +%F).sql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USERS &amp; PRIVILEGES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Users &amp; Granting Privileges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21208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926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Create a new database user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'dev_alice'@'localhost' IDENTIFIED BY 'SecurePass@123';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'app_user'@'%' IDENTIFIED BY 'AppPass@456';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Grant specific privileges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SELECT, INSERT, UPDATE ON training_db.* TO 'dev_alice'@'localhost';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training_db.orders TO 'app_user'@'%';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Grant ALL privileges (DBA — use carefully!)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training_db.* TO 'dev_alice'@'localhost';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④ Apply changes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⑤ Check what privileges a user has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GRANTS FOR 'dev_alice'@'localhost';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⑥ Revoke specific privilege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DELETE ON training_db.* FROM 'dev_alice'@'localhost';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⑦ Remove user completely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USER 'app_user'@'%';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5715000" y="1389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Privilege Types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1737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4928" y="1737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2029968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4928" y="2121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rows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2414016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4928" y="25054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15000" y="2798064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8895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24928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15000" y="3182112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273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24928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tables/DBs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3566160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657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24928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tables/DBs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3950208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24928" y="4041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stored procedures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4334256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44256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PRIVILEGES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24928" y="4425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(DBA)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15000" y="4718304"/>
            <a:ext cx="315468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4773168"/>
            <a:ext cx="3154680" cy="27432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479145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Principle of Least Privilege: Grant ONLY what the user needs!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86460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HoL: Create user 'sales_rep', grant SELECT on customers and orders only. Verify with SHOW GRANTS.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8+ Roles — Grouping Permissions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Instead of granting privileges to each user individually, create named roles (like job profiles) and assign roles to users.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5212080" cy="3246120"/>
          </a:xfrm>
          <a:prstGeom prst="rect">
            <a:avLst/>
          </a:prstGeom>
          <a:solidFill>
            <a:srgbClr val="0D1B2A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83080"/>
            <a:ext cx="49926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Create roles (like job titles)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'sales_role', 'analyst_role', 'admin_role';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Grant permissions to roles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training_db.customers TO 'sales_role';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training_db.orders    TO 'sales_role';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training_db.*         TO 'analyst_role';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   ON training_db.*         TO 'admin_role';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Assign roles to 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'sales_role'   TO 'bob'@'localhost';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'analyst_role' TO 'alice'@'localhost';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'admin_role'   TO 'charlie'@'localhost';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④ Activate role for current session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ROLE 'analyst_role';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⑤ Set default role for user (auto-activated on login)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DEFAULT ROLE 'sales_role' TO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⑥ Revoke a role from 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'sales_role' FROM 'bob'@'localhost';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role membership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information_schema.APPLICABLE_ROLES;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0" y="1691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Hierarchy Diagram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2560320" cy="4754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1031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admin_role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2834640"/>
            <a:ext cx="25603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834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analyst_role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256032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566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4315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charlie → admin_role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4645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alice   → analyst_role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4974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bob     → sales_role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40"/>
          </a:solidFill>
          <a:ln w="12700">
            <a:solidFill>
              <a:srgbClr val="051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9164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EXERCISE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Real-World Scenario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47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[INNER JOIN]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customers with their total order value using JOIN + GROUP BY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69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[LEFT JOIN]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products that have NEVER been ordered (unsold inventory)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191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[Subquery]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392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orders whose total is above the 75th percentile of all orders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813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[Transaction]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0142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5 units of stock from product_id=1 to product_id=3, using SAVEPOINT if either update fails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4348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[Security]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636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'intern1', grant SELECT-only on customers. Verify with SHOW GRANTS. Then REVOKE.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2194560" cy="347472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Cheat Sheet — Take-Away Reference 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89888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89888"/>
            <a:ext cx="2816352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792224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→ both match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→ all left + NULL right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→ all right + NULL left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OUTER → all both sides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63824" y="1389888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389888"/>
            <a:ext cx="2816352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389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Patterns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55264" y="1792224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col &gt; (SELECT AVG(col) FROM 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EXISTS (SELECT 1 FROM 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col IN (SELECT col FROM 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... ) AS derived_t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389888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389888"/>
            <a:ext cx="281635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389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63056" y="1792224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sp_name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TO sp_name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|  ROLLBACK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145536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145536"/>
            <a:ext cx="2816352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" y="3547872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'u'@'h' IDENTIFIED BY 'p'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priv ON db.tbl TO 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ROLE 'role_name'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'role' TO 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 priv ON db.* FROM user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63824" y="3145536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3824" y="3145536"/>
            <a:ext cx="2816352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Commands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55264" y="3547872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db &gt; bak.sql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db &lt; bak.sql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--all-databases &gt; all.sql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--no-data db &gt; schema.sql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71616" y="3145536"/>
            <a:ext cx="2816352" cy="1600200"/>
          </a:xfrm>
          <a:prstGeom prst="rect">
            <a:avLst/>
          </a:prstGeom>
          <a:solidFill>
            <a:srgbClr val="F9FAFB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3145536"/>
            <a:ext cx="2816352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31455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&amp; Isolation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63056" y="3547872"/>
            <a:ext cx="26700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Atomicity | Consistency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 | Durability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Levels: READ UNCOMMITTED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READ COMMITTED → REPEATABLE READ → SERIALIZABLE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equipped with Advanced SQL for Professional 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JOIN types for combining tables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Subqueries &amp; EXISTS for analytics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ACID properties &amp; concurrency control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COMMIT · ROLLBACK · SAVEPOINT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Users, Roles &amp; Secure permissions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Database Backup strategies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Practicing · Keep Building · Keep Growing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SQL Training</dc:title>
  <dc:subject>PptxGenJS Presentation</dc:subject>
  <dc:creator>Corporate Trainer</dc:creator>
  <cp:lastModifiedBy>Corporate Trainer</cp:lastModifiedBy>
  <cp:revision>1</cp:revision>
  <dcterms:created xsi:type="dcterms:W3CDTF">2026-05-26T23:17:13Z</dcterms:created>
  <dcterms:modified xsi:type="dcterms:W3CDTF">2026-05-26T23:17:13Z</dcterms:modified>
</cp:coreProperties>
</file>