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4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Masterclass — Part 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4754880" cy="0"/>
          </a:xfrm>
          <a:prstGeom prst="line">
            <a:avLst/>
          </a:prstGeom>
          <a:noFill/>
          <a:ln w="381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04288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Operators: AND · OR · NOT · BETWEEN · IN · LIKE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Joins Recap: INNER · LEFT · RIGHT · FULL OUTER · SELF JOIN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Subqueries &amp; Nested Queries [Focus]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Aliases &amp; Set Operations: UNION · INTERSECT · MINUS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Aggregate Functions: COUNT · SUM · AVG · MIN · MAX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Views &amp; Indexing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DCL: GRANT · REVOKE   |   DQL: HAVING · LIMIT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Corporate Training Session  |  Uses training_db (E-Commerce Schema)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Session Agenda &amp; Timeline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138988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Operators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AND/OR/NOT · BETWEEN · IN · LIKE + HoL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73168" y="138988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1389888"/>
            <a:ext cx="64008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Joins Recap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9280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INNER/LEFT/RIGHT/FULL/SELF JOIN + HoL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225856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258568"/>
            <a:ext cx="64008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Subqueries [Focus]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· Correlated · EXISTS + HoL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73168" y="2258568"/>
            <a:ext cx="4224528" cy="749808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258568"/>
            <a:ext cx="64008" cy="7498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2:15–2:30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514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 &amp; Q&amp;A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7614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12724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127248"/>
            <a:ext cx="6400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2:30–3:15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Aliases &amp; Set Ops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6301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· INTERSECT · MINUS + HoL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312724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3127248"/>
            <a:ext cx="64008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3:15–4:00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3832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Aggregate &amp; DQL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6301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 + HAVING + LIMIT + HoL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" y="399592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3995928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50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4:00–4:45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25196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Views &amp; Indexes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4988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· Clustered · Non-clustered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995928"/>
            <a:ext cx="4224528" cy="749808"/>
          </a:xfrm>
          <a:prstGeom prst="rect">
            <a:avLst/>
          </a:prstGeom>
          <a:solidFill>
            <a:srgbClr val="EEF4FF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995928"/>
            <a:ext cx="64008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50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4:45–5:15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425196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DCL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44988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· REVOKE · Roles recap + HoL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with Precision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AND / OR / NOT — logical combining of conditions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BETWEEN — range check (inclusive on both ends)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IN / NOT IN — match against a list of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LIKE / NOT LIKE — pattern matching with wildcards (% and _)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IS NULL / IS NOT NULL — handling missing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AND / OR / NOT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— Logical Operators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Find high-value delivered orders OR pending orders from Mumbai customers.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120640" cy="312724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0118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AND: Both conditions must be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c.name, c.city, o.total, o.status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c ON o.customer_id = c.customer_id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o.total &gt; 10000 AND o.status = 'delivered';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OR: At least one condition must be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c.name, o.total, o.status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c ON o.customer_id = c.customer_id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'delivered' OR c.city = 'Mumbai';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NOT: Negate a condition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category = 'Electronics';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Equivalent: WHERE category &lt;&gt; 'Electronics'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Combined (use parentheses for clarity!)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(status = 'pending' OR status = 'processing')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total &gt; 5000;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2004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05856" y="194767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05856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AND T =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AND F =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AND F = 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807208"/>
            <a:ext cx="32004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05856" y="306324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89864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OR T =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OR F =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OR F = 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922776"/>
            <a:ext cx="32004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05856" y="4178808"/>
            <a:ext cx="475488" cy="47548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401421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FALSE =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 = NULL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873752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910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Find all Electronics products priced between ₹1000 and ₹10000 that are NOT out of stock.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BETWEEN / IN / LIKE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BETWEEN, IN &amp; LIKE — Range, List &amp; Pattern Matching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BETWEEN: range (inclusive). Same as col &gt;= low AND col &lt;= 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BETWEEN 2000 AND 20000;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IN: match any value in a list (cleaner than multiple 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city IN ('Mumbai', 'Delhi', 'Bangalore');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IN: exclude list  ⚠️ Avoid NOT IN when subquery can return NULL!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NOT IN ('cancelled', 'pending');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LIKE: pattern match  |  % = any chars  |  _ = exactly 1 char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WHERE name LIKE 'A%';        -- starts with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WHERE email LIKE '%@gmail%'; -- gmail users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 WHERE name LIKE '_SB%';      -- 2nd-3rd char = SB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WHERE name LIKE '__i%';      -- 3rd char = 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 NULL / IS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 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o.order_id IS NULL;   -- customers with no orders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— Key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Inclusive on BOTH ends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on dates too: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order_date BETWEEN '2023-01-01' AND '2023-12-31'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BETWEEN also valid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761488"/>
            <a:ext cx="32004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761488"/>
            <a:ext cx="54864" cy="1170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Key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16382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Cleaner than 5+ OR conditions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use subquery: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dept IN (SELECT dept FROM managers)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IN with NULL = dangerous (returns 0 rows)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4005072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4005072"/>
            <a:ext cx="54864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Wildcards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44074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zero or more characters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= exactly one character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INSENSITIVE in MySQL by 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BINARY LIKE for case-sensitive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Recap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Tables — All Join Types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INNER JOIN — only matching rows from both 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LEFT JOIN — all left rows + NULL for unmatched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RIGHT JOIN — all right rows + NULL for unmatched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FULL OUTER JOIN — all rows from both (UNION trick in MySQL)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SELF JOIN — join a table with itself (hierarchies, comparisons)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JOINS 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Join Types — Side-by-Side Reference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85039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44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matching on BOTH sides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444752"/>
            <a:ext cx="6217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481328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 INNER JOIN b ON a.id=b.id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85039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84832"/>
            <a:ext cx="64008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39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4140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A + matched B (NULL if no match)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7168" y="2139696"/>
            <a:ext cx="6217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217627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 LEFT JOIN b ON a.id=b.id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85039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79776"/>
            <a:ext cx="64008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B + matched A (NULL if no match)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87168" y="2834640"/>
            <a:ext cx="6217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287121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 RIGHT JOIN b ON a.id=b.id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85039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74720"/>
            <a:ext cx="64008" cy="594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803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(NULLs on unmatched)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3529584"/>
            <a:ext cx="6217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6896" y="356616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… UNION … RIGHT JOIN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169664"/>
            <a:ext cx="85039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69664"/>
            <a:ext cx="64008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224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4498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 with itself — hierarchies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87168" y="4224528"/>
            <a:ext cx="6217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96896" y="426110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 e1 JOIN emp e2 ON e1.mgr=e2.id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Write a SELF JOIN to show each employee's name alongside their manager's name. Use the employees table.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SELF JOIN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— Employee–Manager Hierarchy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Show every employee alongside their manager's name. (The employees table references itself via manager_id.)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166360" cy="2788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469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SELF JOIN: alias the SAME table twice with different names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e.emp_id,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e.name          AS employee_name,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e.dept,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e.salary,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m.name          AS manager_name   -- NULL for top-level managers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employees m ON e.manager_id = m.emp_id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e.emp_id;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★ Find employees who earn MORE than their manager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e.name   AS employee,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e.salary AS emp_salary,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m.name   AS manager,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m.salary AS mgr_salary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employees m ON e.manager_id = m.emp_id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e.salary &gt; m.salary;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Expected Result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011680"/>
          <a:ext cx="3200400" cy="21031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(CEO)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Rao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Joshi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Singh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Rao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Joshi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Gupta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Joshi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4828032"/>
            <a:ext cx="8412480" cy="329184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SELF JOIN requires two different aliases for the same table. Always use LEFT JOIN to include top-level rows (manager_id IS NULL).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[Focus]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Inside Queries — 5 Essential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Scalar Subquery — single value in SELECT / WHERE / HAVING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Row Subquery — single row comparison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Table / Derived Table Subquery — used in FROM clause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Correlated Subquery — references outer query alias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EXISTS / NOT EXISTS — boolean existence check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SUBQUERY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Subquery Patterns — When to Use Each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389888"/>
            <a:ext cx="8558784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64008" cy="576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Subquery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Single value (1 row, 1 col)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SELECT · WHERE · HAVING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499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(SELECT AVG(price) FROM products)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075688"/>
            <a:ext cx="8558784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075688"/>
            <a:ext cx="64008" cy="5760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Subquery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One row, multiple cols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130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WHERE row comparator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1854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(city,dept) = (SELECT city,dept FROM ...)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761488"/>
            <a:ext cx="8558784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761488"/>
            <a:ext cx="64008" cy="576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Table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Full result set as table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FROM clause (alias req.)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871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... GROUP BY ...) AS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3447288"/>
            <a:ext cx="8558784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3447288"/>
            <a:ext cx="64008" cy="5760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02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3776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Depends on outer query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502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WHERE (runs per outer row)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557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(SELECT AVG(s) FROM e WHERE dept=e2.dept)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" y="4133088"/>
            <a:ext cx="8558784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2608" y="4133088"/>
            <a:ext cx="64008" cy="5760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TRUE or FALSE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77440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WHERE EXISTS (…)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42062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4242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(SELECT 1 FROM orders WHERE c.id=o.c_id)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SCALAR &amp; DERIVED TABLE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&amp; Derived Table Subqueries — Sales Analytics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SCALAR in SELECT: show each product with overall avg price side-by-side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(SELECT ROUND(AVG(price),2) FROM products) AS avg_price,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- (SELECT AVG(price) FROM products)  AS diff_from_avg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diff_from_avg DESC;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SCALAR in WHERE: products priced above average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(SELECT AVG(price) FROM products);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DERIVED TABLE in FROM (must have alias!)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customer by total spend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dt.customer_name, dt.total_spent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c.name AS customer_name, SUM(o.total) AS total_spent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c.customer_id, c.name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dt                           -- ← alias is MANDATORY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dt.total_spent DESC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3898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Subquery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return exactly 1 row &amp; 1 column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if it returns multiple rows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appear in SELECT, WHERE, HAVING, ORDER BY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Recalculates for each outer row (unless optimised)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871216"/>
            <a:ext cx="32004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871216"/>
            <a:ext cx="54864" cy="13898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Table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27355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have an alias (AS dt)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Treated like a regular table in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pre-aggregating before JOINing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replaced by CTE (WITH clause) for readability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Using a derived table, find the top 2 cities by total revenue across all orders.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CORRELATED &amp; EXISTS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 &amp; EXISTS — Row-by-Row Power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CORRELATED: runs once PER ROW of outer query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Products priced above their OWN category average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p1.name, p1.category, p1.price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p1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p1.price &gt; 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AVG(p2.price)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products p2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p2.category = p1.category  -- ← references outer alias p1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EXISTS: customers who have placed AT LEAST ONE order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c.city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orders o           -- SELECT 1 (value doesn't matter)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o.customer_id = c.customer_id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EXISTS: customers with NO orders (inactive)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c.city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orders o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o.customer_id = c.customer_id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vs Regular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inner runs ONCE, result cached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Correlated: inner runs once PER OUTER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Powerful but slow on large tables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often be rewritten as a JOIN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743200"/>
            <a:ext cx="3200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743200"/>
            <a:ext cx="54864" cy="1298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14553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Stops scanning as soon as 1 match found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than COUNT(*) &gt; 0 for existence 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1 inside EXISTS (value ignored)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NULLs handled safely (unlike NOT IN)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4133088"/>
            <a:ext cx="3200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4133088"/>
            <a:ext cx="54864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EXISTS vs JOIN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45354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full subquery evaluated 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EXISTS: short-circuits on first 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often fastest with proper indexes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use EXISTS when subquery may return NULL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&amp; Set Operations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Columns &amp; Combining Result Sets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Column Alias — AS keyword to rename output columns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Table Alias — shorten table names in complex queries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UNION — combine results, remove duplicates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UNION ALL — combine results, keep all duplicates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INTERSECT — rows appearing in BOTH result 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 MINUS / EXCEPT — rows in first set but NOT in second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ALIASES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— Column &amp; Table Renaming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31012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COLUMN ALIASES: rename output columns with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                             AS customer_name,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COUNT(o.order_id)                   AS total_orders,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SUM(o.total)                        AS lifetime_value,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ROUND(AVG(o.total), 2)              AS avg_order_value,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MAX(o.order_date)                   AS last_order_date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c.customer_id = 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lifetime_value DESC;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 ALIASES: shorten table names (especially in self-joins)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e.name  AS employee,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e.salary,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d.dept_name                         -- hypothetical dept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e                        -- 'e' is the alias for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departments d ON e.dept_id = d.dept_id;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ALIAS in ORDER BY and HAVING (can reference alias defined in SELECT)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* 1.18 AS price_with_gst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price_with_gst DESC;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4813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Alias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keyword is optional but recommended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use double-quotes for spaces: AS "Customer Name"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Alias usable in ORDER BY (not WHERE — processed earlier)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use in WHERE or HAVING in same query level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962656"/>
            <a:ext cx="32004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962656"/>
            <a:ext cx="54864" cy="148132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364992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Once aliased, MUST use alias throughout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Mandatory for SELF JOIN (two aliases for same table)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Mandatory for derived tables in FROM clause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practice: short, meaningful (c=customers, o=orders)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828032"/>
            <a:ext cx="8412480" cy="329184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Alias tip: WHERE uses original column names. HAVING and ORDER BY can use SELECT aliases in MySQL.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SET 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· UNION ALL · INTERSECT · MINUS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UNION: cities from customers + cities from employees (no duplicates)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AS location FROM customers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 AS location FROM employees;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UNION ALL: keeps ALL rows including duplicates (faster)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customers WHERE city = 'Mumbai'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customers WHERE city = 'Delhi';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INTERSECT: customers who are ALSO employees (same email)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(MySQL 8.0.31+; older MySQL use JOIN trick below)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email FROM customers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email FROM employees;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INTERSECT using JOIN (all MySQL versions)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c.email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employees e ON c.email = e.email;   -- or use same column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MINUS / EXCEPT: customers who have NOT placed orders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(MySQL uses LEFT JOIN IS NULL trick)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 FROM customers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NOT IN (SELECT customer_id FROM orders);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 with EXCEPT (MySQL 8.0.31+):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 FROM customers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 FROM orders;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result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286000"/>
            <a:ext cx="54864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6883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KEPT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UNION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318211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182112"/>
            <a:ext cx="54864" cy="8046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3584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in BOTH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8.0.31+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4078224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4078224"/>
            <a:ext cx="54864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MINUS/EXCEPT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33872" y="4480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Set A NOT in Set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8.0.31+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901184"/>
            <a:ext cx="8412480" cy="256032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919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Rule: All queries in a UNION must have same number of columns and compatible data types.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&amp; DQL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Data — GROUP BY · HAVING · LIMIT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COUNT(*) / COUNT(col) — count rows or non-NULL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SUM(col) — total of numeric column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AVG(col) — average value (ignores NULLs)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MIN(col) / MAX(col) — smallest / largest 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GROUP BY — group rows before aggregating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 HAVING — filter AFTER aggregation (like WHERE for groups)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 LIMIT / OFFSET — paginate result sets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AGGREGATE FUNCTIONS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 — Sales Dashboard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Produce a category-level product summary for the management dashboard.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16636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46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five aggregate functions in one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    AS total_products,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COUNT(stock)            AS in_stock_products,  -- ignores NULLs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SUM(stock)              AS total_units,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ROUND(AVG(price), 2)    AS avg_price,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MIN(price)              AS cheapest,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MAX(price)              AS most_expensive,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SUM(price * stock)      AS inventory_value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inventory_value DESC;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COUNT(*) vs COUNT(col)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AS total_rows,       -- includes NULLs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COUNT(manager_id)   AS has_manager,      -- excludes NULLs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dept)AS unique_depts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Expected Result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011680"/>
          <a:ext cx="3200400" cy="114300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inv_value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30,08,600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0" y="3218688"/>
            <a:ext cx="32004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3218688"/>
            <a:ext cx="54864" cy="1353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in Aggregates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3621024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 / AVG / MIN / MAX all ignore NULLs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COUNT(*) counts NULLs; COUNT(col) does NOT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COALESCE(col, 0) to treat NULL as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 inside aggregate: COUNT(DISTINCT city)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Find each customer's total spend, number of orders, and average order value. Sort by total spend descending.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GROUP BY &amp; HAVING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 — Filter After Aggregation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GROUP BY: aggregate per group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 AS cnt, SUM(total) AS revenue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HAVING: filter groups (like WHERE but AFTER aggregation)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who placed MORE than 1 order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COUNT(o.order_id) AS num_orders, SUM(o.total) AS total_spent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COUNT(o.order_id) &gt; 1           -- ← filter on aggregated value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total_spent DESC;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+ HAVING together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Among delivered orders, find customers who spent &gt; ₹50,000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SUM(o.total) AS total_spent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'delivered'           -- ← filter ROWS first (before grouping)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SUM(o.total) &gt; 50000           -- ← filter GROUPS after aggregation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total_spent DESC;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5727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filters individual rows BEFORE grouping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Cannot use aggregate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HAVING: filters groups AFTER grouping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 use aggregate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Can reference SELECT aliases (MySQL)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0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Execution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87568" y="341985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34015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FROM + JOIN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365760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639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87568" y="3895344"/>
            <a:ext cx="201168" cy="20116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3877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GROUP BY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87568" y="4133088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4114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HAVING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87568" y="4370832"/>
            <a:ext cx="201168" cy="20116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4352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SELECT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7568" y="4608576"/>
            <a:ext cx="201168" cy="20116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45902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ORDER BY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87568" y="4846320"/>
            <a:ext cx="201168" cy="20116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4828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LIMIT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LIMIT &amp; OFFSET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&amp; OFFSET — Pagination &amp; Top-N Queries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LIMIT: return first N rows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                              -- Top 3 most expensive products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LIMIT with OFFSET: pagination (page 2, 3 items per page)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ASC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 OFFSET 3;                    -- skip 3, return next 3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Shorthand: LIMIT offset, count (older MySQL syntax)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ASC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3, 3;                          -- same as LIMIT 3 OFFSET 3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 pagination formula (page N, pageSize M):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OFFSET = (N-1) * M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Page 1: LIMIT 10 OFFSET 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Page 2: LIMIT 10 OFFSET 10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Page 3: LIMIT 10 OFFSET 20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customer per city using subquery + LIMIT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c.city, c.name, SUM(o.total) AS spent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c.city, c.customer_id, c.name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c.city, spent DESC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2618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pair LIMIT with ORDER BY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(without ORDER BY, rows are arbitrary)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OFFSET is 0-based (OFFSET 0 = first row)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1 trick to get top/bottom record quickly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743200"/>
            <a:ext cx="32004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743200"/>
            <a:ext cx="54864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1455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FROM t ORDER BY col DESC LIMIT 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Common interview pattern!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ROW_NUMBER() OVER() for true top-N per group (window functions — advanced topic)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056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Show the top 3 orders by value for each status category using LIMIT and ORDER BY.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6360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Performance: LIMIT doesn't improve query speed unless the query can use an index. Large OFFSET values can be slow on big tables.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Indexing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Tables &amp; Query Speed Optimisation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CREATE VIEW — save a query as a reusable virtual 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Updatable vs Read-Only 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DROP / ALTER VIEW — lifecycle management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What is an Index? B-Tree structure explained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Clustered Index (Primary Key) vs Non-Clustered Index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 CREATE INDEX / DROP INDEX — when and how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 When NOT to index — the trade-offs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VIEWS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— Reusable Virtual Tables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The sales team needs a daily report. Instead of sharing complex SQL, create a VIEW they query like a table.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166360" cy="321868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4690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a view: customer order summary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vw_customer_summary AS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c.customer_id,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             AS customer_name,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c.city,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COUNT(o.order_id)   AS total_orders,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SUM(o.total)        AS lifetime_value,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MAX(o.order_date)   AS last_order_date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c.name, c.city;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Query the view just like a table!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vw_customer_summary ORDER BY lifetime_value DESC;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vw_customer_summary WHERE city = 'Mumbai';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View of delivered orders only (security / simplicity)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vw_delivered_orders AS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c.name, o.order_date, o.total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JOIN customers c ON o.customer_id = c.customer_id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'delivered';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Drop a 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 IF EXISTS vw_customer_summary;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Modify a 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 vw_customer_summary AS SELECT ...;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200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1691640"/>
            <a:ext cx="54864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Views?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33872" y="209397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Simplify complex queries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Hide sensitive columns (security)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Consistent interface for reports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Grant SELECT on view, not base table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2990088"/>
            <a:ext cx="32004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2990088"/>
            <a:ext cx="54864" cy="1207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Updatable Views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33872" y="339242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updatable if: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Based on single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GROUP BY / DISTINCT / aggregates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subqueries in 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read-only 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Create a view vw_unsold_products that lists all products never included in any order_items row.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INDEXING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— Speed Up Queries Dramatically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existing indexes on a table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INDEX FROM orders;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a non-clustered index (single column)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idx_orders_status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orders(status);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Composite index (column order matters!)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idx_orders_cust_date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orders(customer_id, order_date);    -- filters on customer_id first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Unique index (enforces uniqueness + fast lookup)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idx_customers_email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customers(email);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Full-text index (for LIKE '%word%' style search)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FULLTEXT INDEX idx_products_name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products(name);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Drop an index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INDEX idx_orders_status ON orders;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EXPLAIN: see if your index is being used!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orders WHERE status = 'delivered';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Look for: key = idx_orders_status → index is USED ✅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 key = NULL → full table scan ❌ (add index)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→ Clustered (rows stored in index order)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→ Enforces uniqueness, fast lookup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Non-clustered, extra lookup step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FULLTEXT → For text search (MATCH AGAINST)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743200"/>
            <a:ext cx="32004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743200"/>
            <a:ext cx="54864" cy="13898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14553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Small tables (full scan is faster)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Columns with very few distinct values (status)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Heavily INSERT/UPDATE columns (index maintenance cost)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Index: foreign keys, WHERE filters, JOIN cols, ORDER BY cols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 of thumb: Index columns used in WHERE, JOIN ON, and ORDER BY. Avoid over-indexing — each index slows INSERT/UPDATE.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· REVOKE — Database 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4086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DCL controls WHO can do WHAT on database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GRANT — give privileges to users or roles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REVOKE — remove previously granted privileges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Object-level privileges: TABLE, VIEW, PROCEDURE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Column-level privileges — restrict specific columns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 WITH GRANT OPTION — allow user to grant to others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GRANT &amp; REVOKE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&amp; REVOKE — Access Control in Practice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Table-level GRANT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 ON training_db.orders TO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Column-level GRANT (restrict to specific columns only)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(customer_id, name, city)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training_db.customers TO 'intern1'@'localhost';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intern1 can only SELECT those 3 columns, NOT email or joined_date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GRANT on a VIEW (best security practice)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training_db.vw_delivered_orders TO 'reporter'@'%';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④ WITH GRANT OPTION (user can pass privilege to others)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training_db.* TO 'team_lead'@'localhost'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⑤ REVOKE specific privilege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INSERT ON training_db.orders FROM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⑥ REVOKE all privileges (keep user, remove access)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ALL PRIVILEGES ON training_db.* FROM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⑦ Verify current grants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GRANTS FOR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⑧ Grant via ROLE (MySQL 8+)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'reports_role';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training_db.* TO 'reports_role';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'reports_role' TO 'alice'@'localhost';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DEFAULT ROLE 'reports_role' TO 'alice'@'localhost';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0" y="1389888"/>
            <a:ext cx="32004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389888"/>
            <a:ext cx="54864" cy="13533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Privilege Levels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792224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  ON *.*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ON db_name.*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   ON db.table_name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   GRANT col-list ON db.table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ROUTINE:  ON PROCEDURE/FUNCTION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2834640"/>
            <a:ext cx="32004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834640"/>
            <a:ext cx="54864" cy="14813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Security Best Practices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3236976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Principle of Least Privilege: grant minimum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ROLEs not individual GRANTs at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Grant on VIEWs, not base tables where possible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with: SELECT * FROM information_schema.USER_PRIVILEGES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grant ALL PRIVILEGES to app users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HoL: Create user 'analyst1', grant SELECT on vw_customer_summary view only. Test with SHOW GRANTS, then REVOKE.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— Combined Real-World Scenario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947672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[Operators]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products priced BETWEEN ₹2000–₹20000 in Electronics OR Furniture category, ordered by price DESC.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46888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[SELF JOIN]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26700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employees with their manager's name and salary. Highlight employees earning more than their manager.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99008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[Subquery]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2688" y="319125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derived table, find the top 3 customers by total lifetime spend with their order count.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5112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[UNION]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37124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single list of all cities from customers UNION all departments from employees. No duplicates.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3250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03250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[Aggregate+HAVING]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42336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 category, show total revenue from order_items. Show only categories with total revenue &gt; ₹50,000.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553712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45537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[View + DCL]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4754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vw_top_orders (orders above ₹10,000 with customer name). GRANT SELECT on it to 'analyst1'.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CAPSTONE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Answer Key — Selected Solutions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166360" cy="224028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469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Q1: Operators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category, price FROM products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BETWEEN 2000 AND 20000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category IN ('Electronics','Furniture')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Q5: Aggregate + HAVING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 SUM(oi.qty * oi.unit_price) AS revenue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order_items oi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p ON oi.product_id = p.product_id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SUM(oi.qty * oi.unit_price) &gt; 50000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5166360" cy="134416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794760"/>
            <a:ext cx="4946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Q3: Derived table top 3 customers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dt.name, dt.total_spent, dt.num_orders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c.name, SUM(o.total) AS total_spent,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COUNT(o.order_id) AS num_orders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customers 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orders o ON c.customer_id = o.customer_id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c.customer_id, c.name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dt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dt.total_spent DESC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Q6: View + DCL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vw_top_orders AS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c.name, o.total, o.order_date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JOIN customers c ON o.customer_id = c.customer_id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o.total &gt; 10000;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training_db.vw_top_orders TO 'analyst1'@'localhost';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Hints for Q2 &amp; Q4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719072"/>
            <a:ext cx="3200400" cy="2633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1810512"/>
            <a:ext cx="2980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Q2: Self Join (employee &gt; manager salary)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 AS emp, e.salary,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m.name AS mgr, m.salary AS mgr_sal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employees m ON e.manager_id = m.emp_id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e.salary &gt; m.salary;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Q4: UNION cities + depts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AS location,'Customer' AS src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dept, 'Employee'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location;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47472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PART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SQL Cheat Sheet — Take-Away Card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8988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89888"/>
            <a:ext cx="28346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77393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/ OR / NOT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low AND 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(v1, v2, v3)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'A%' / '_BC%'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NULL / IS NOT NULL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138988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389888"/>
            <a:ext cx="283464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73552" y="177393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(dedup)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 (keep dups)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 (MySQL 8.0.31+)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/ MINUS (MySQL 8.0.31+)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08192" y="138988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389888"/>
            <a:ext cx="2834640" cy="3291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9632" y="177393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/ COUNT(col)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SUM(col) / AVG(col)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MIN(col) / MAX(col)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agg_fn &gt; value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17296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172968"/>
            <a:ext cx="283464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72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&amp; Pagination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" y="355701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n OFFSET 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formula: OFFSET=(page-1)*size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pair with ORDER BY!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317296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82112" y="3172968"/>
            <a:ext cx="28346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3172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73552" y="355701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 AS SELECT...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 v AS...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 IF EXISTS 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SELECT * FROM 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8192" y="3172968"/>
            <a:ext cx="2834640" cy="1627632"/>
          </a:xfrm>
          <a:prstGeom prst="rect">
            <a:avLst/>
          </a:prstGeom>
          <a:solidFill>
            <a:srgbClr val="F9FA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8192" y="3172968"/>
            <a:ext cx="283464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172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9632" y="3557016"/>
            <a:ext cx="2670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 ON t(col)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idx ON t(col)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INDEX idx ON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... to verify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Complete — You Now Know Enterprise-Level 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267712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Operators: AND/OR/NOT · BETWEEN · IN · LIKE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Join types + SELF JOIN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Subquery patterns — Scalar, Correlated, EXISTS, Derived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Aliases &amp; Set Operations: UNION · INTERSECT · EXCEPT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Aggregates: COUNT/SUM/AVG/MIN/MAX + GROUP BY + HAVING + LIMIT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Views (CREATE/DROP/OR REPLACE) &amp; Indexes (EXPLAIN)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DCL: GRANT/REVOKE with column-level &amp; view-level security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· Keep Building · Keep Growing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SQL Training – Part 2</dc:title>
  <dc:subject>PptxGenJS Presentation</dc:subject>
  <dc:creator>Corporate Trainer</dc:creator>
  <cp:lastModifiedBy>Corporate Trainer</cp:lastModifiedBy>
  <cp:revision>1</cp:revision>
  <dcterms:created xsi:type="dcterms:W3CDTF">2026-05-27T09:28:14Z</dcterms:created>
  <dcterms:modified xsi:type="dcterms:W3CDTF">2026-05-27T09:28:14Z</dcterms:modified>
</cp:coreProperties>
</file>